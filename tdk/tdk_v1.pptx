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 autoAdjust="0"/>
    <p:restoredTop sz="64446"/>
  </p:normalViewPr>
  <p:slideViewPr>
    <p:cSldViewPr snapToGrid="0">
      <p:cViewPr varScale="1">
        <p:scale>
          <a:sx n="72" d="100"/>
          <a:sy n="72" d="100"/>
        </p:scale>
        <p:origin x="21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2025. 11. 08.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'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Mielőtt a fejlesztésekre rátérnénk, nézzük meg, mi az a </a:t>
            </a:r>
            <a:r>
              <a:rPr lang="hu-HU" dirty="0" err="1"/>
              <a:t>Retrieval</a:t>
            </a:r>
            <a:r>
              <a:rPr lang="hu-HU" dirty="0"/>
              <a:t> </a:t>
            </a:r>
            <a:r>
              <a:rPr lang="hu-HU" dirty="0" err="1"/>
              <a:t>Augmented</a:t>
            </a:r>
            <a:r>
              <a:rPr lang="hu-HU" dirty="0"/>
              <a:t> </a:t>
            </a:r>
            <a:r>
              <a:rPr lang="hu-HU" dirty="0" err="1"/>
              <a:t>Generation</a:t>
            </a:r>
            <a:r>
              <a:rPr lang="hu-HU" dirty="0"/>
              <a:t>, vagyis RAG. Ez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menne,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'Vektor adatbázisban'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 Ez egy nagyon gyors keresés, mert mondjuk 10 millió vektor helyett csak 500 </a:t>
            </a:r>
            <a:r>
              <a:rPr lang="hu-HU" dirty="0" err="1"/>
              <a:t>centroidot</a:t>
            </a:r>
            <a:r>
              <a:rPr lang="hu-HU" dirty="0"/>
              <a:t> kell vizsgálni.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1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Fontos kihívás 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' bejön, megkeressük a legjobb klasztereket, majd azokon belül a legjobb szövegrészeket, és ez megy az LLM-</a:t>
            </a:r>
            <a:r>
              <a:rPr lang="hu-HU" dirty="0" err="1"/>
              <a:t>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Hogyan kezeljük hatékonyan a beérkező új adatokat anélkül, hogy minden alkalommal újra kéne futtatni a teljes </a:t>
            </a:r>
            <a:r>
              <a:rPr lang="hu-HU" dirty="0" err="1"/>
              <a:t>klaszterezést</a:t>
            </a:r>
            <a:r>
              <a:rPr lang="hu-HU" dirty="0"/>
              <a:t>? Erre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majd 1000 minta hozzáadásával az algoritmus fokozatosan 'megtalálja' a valódi klaszterközéppontokat.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 (kombinált átlag).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gyorsított, de kevésbé pontos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 szinte lineárisan nő a klaszterek számának növekedésével.</a:t>
            </a:r>
          </a:p>
          <a:p>
            <a:endParaRPr lang="hu-HU" dirty="0"/>
          </a:p>
          <a:p>
            <a:r>
              <a:rPr lang="hu-HU" dirty="0"/>
              <a:t>Az alsó ábra ugyanez, csak kinagyítva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nagyságrendekkel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különböző szórás mellett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megtaláljuk a helyes választ tartalmazó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Az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egy új batch (2000 adatpont) hozzáadása.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gyors és pontos.</a:t>
            </a:r>
          </a:p>
          <a:p>
            <a:endParaRPr lang="hu-HU" dirty="0"/>
          </a:p>
          <a:p>
            <a:r>
              <a:rPr lang="hu-HU" dirty="0"/>
              <a:t>Bebizonyítottuk,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hasonló pontosságot nyújt jelentősen gyorsabb keresési idő mellett.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kiválóan alkalmas az újonnan érkező dokumentumok gyors és hatékony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az algoritmust kiegészíthetjük azzal, hogy ne csak összevonni tudjon klasztereket, hanem a túl nagy szórású klasztereket automatikusan fel is bontsa.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Várom </a:t>
            </a:r>
            <a:r>
              <a:rPr lang="hu-HU"/>
              <a:t>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2025. 11. 08.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2025. 11. 08.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sine-similarity-how-does-it-measure-the-similarity-maths-behind-and-usage-in-python-50ad30aad7db/" TargetMode="External"/><Relationship Id="rId2" Type="http://schemas.openxmlformats.org/officeDocument/2006/relationships/hyperlink" Target="https://medium.com/@hari4om/word-embedding-d816f64314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48550/arXiv.1606.0525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2025. 11. 08.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/14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2025. 11. 08.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2025. 11. 08.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2025. 11. 08.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>
                <a:solidFill>
                  <a:schemeClr val="tx1">
                    <a:tint val="75000"/>
                  </a:schemeClr>
                </a:solidFill>
              </a:rPr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/14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Online </a:t>
            </a:r>
            <a:r>
              <a:rPr lang="hu-HU" sz="4100" b="1" dirty="0" err="1"/>
              <a:t>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endParaRPr lang="hu-HU"/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/14</a:t>
            </a:r>
          </a:p>
        </p:txBody>
      </p:sp>
      <p:pic>
        <p:nvPicPr>
          <p:cNvPr id="10" name="Kép 9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90238C6-3369-2A7B-4C4A-09ECE2E58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41788"/>
            <a:ext cx="10751362" cy="4374424"/>
          </a:xfrm>
          <a:prstGeom prst="rect">
            <a:avLst/>
          </a:prstGeom>
        </p:spPr>
      </p:pic>
      <p:pic>
        <p:nvPicPr>
          <p:cNvPr id="12" name="Kép 11" descr="A képen sor, szöveg, Diagram, diagram látható&#10;&#10;Automatikusan generált leírás">
            <a:extLst>
              <a:ext uri="{FF2B5EF4-FFF2-40B4-BE49-F238E27FC236}">
                <a16:creationId xmlns:a16="http://schemas.microsoft.com/office/drawing/2014/main" id="{68AC365F-1BC6-B611-239D-C1867D8142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50302"/>
            <a:ext cx="10751362" cy="437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</a:p>
          <a:p>
            <a:pPr lvl="2"/>
            <a:r>
              <a:rPr lang="hu-HU" dirty="0">
                <a:solidFill>
                  <a:srgbClr val="000000"/>
                </a:solidFill>
                <a:latin typeface="Times New Roman" panose="02020603050405020304" pitchFamily="18" charset="0"/>
              </a:rPr>
              <a:t>Inicializálás 1.000 adatponton</a:t>
            </a:r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lvl="2"/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/14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  <a:p>
            <a:pPr lvl="1"/>
            <a:r>
              <a:rPr lang="hu-HU" dirty="0"/>
              <a:t>Kérdések 15%-ára nincs válasz.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/>
              <a:t>/14</a:t>
            </a:r>
            <a:endParaRPr lang="hu-HU" dirty="0"/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/14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endParaRPr lang="hu-HU"/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7316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2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3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4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</TotalTime>
  <Words>2171</Words>
  <Application>Microsoft Macintosh PowerPoint</Application>
  <PresentationFormat>Szélesvásznú</PresentationFormat>
  <Paragraphs>292</Paragraphs>
  <Slides>22</Slides>
  <Notes>21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 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246</cp:revision>
  <dcterms:created xsi:type="dcterms:W3CDTF">2025-10-16T06:59:48Z</dcterms:created>
  <dcterms:modified xsi:type="dcterms:W3CDTF">2025-11-08T19:33:06Z</dcterms:modified>
</cp:coreProperties>
</file>